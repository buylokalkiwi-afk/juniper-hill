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5EFE0"/>
          </a:solidFill>
          <a:ln w="12700">
            <a:solidFill>
              <a:srgbClr val="F5E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7880" y="320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320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320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320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1005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005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1005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005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6916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6916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6916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6916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3774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3774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23774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3774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30632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0632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30632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30632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3749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749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3749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37490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4434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4434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4434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4434840"/>
            <a:ext cx="73152" cy="73152"/>
          </a:xfrm>
          <a:prstGeom prst="ellipse">
            <a:avLst/>
          </a:prstGeom>
          <a:solidFill>
            <a:srgbClr val="2D4A2D">
              <a:alpha val="30000"/>
            </a:srgbClr>
          </a:solidFill>
          <a:ln w="12700">
            <a:solidFill>
              <a:srgbClr val="2D4A2D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1005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JUNIPER HILL FARM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36576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5C3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Website Audit &amp; Rebuild Proposal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65760" y="2240280"/>
            <a:ext cx="2926080" cy="3657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3774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specific problems identified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pages of your current site.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we found — and how to fix it.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6400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6858000" y="731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06440" y="20574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200" dirty="0"/>
          </a:p>
        </p:txBody>
      </p:sp>
      <p:sp>
        <p:nvSpPr>
          <p:cNvPr id="39" name="Text 37"/>
          <p:cNvSpPr/>
          <p:nvPr/>
        </p:nvSpPr>
        <p:spPr>
          <a:xfrm>
            <a:off x="6858000" y="2148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06440" y="3474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52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Problems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Juniper Hill Farm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BRAND IS WORLD-CLASS.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5C3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Your website is working against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BioGro certified organic — a genuine NZ differentiator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On-farm micro-abattoir — a compelling 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3405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Raukawa Valley provenance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638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Premium Pure Angus herd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935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Distinctive brand fonts &amp; visual identity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Excellent product photography (some cuts)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AF7F2"/>
          </a:solidFill>
          <a:ln w="12700">
            <a:solidFill>
              <a:srgbClr val="E8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HOLDING IT 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19472" y="189280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562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errors printing in raw HTML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19472" y="232257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286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 transfer checkout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19472" y="2752344"/>
            <a:ext cx="128016" cy="128016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7157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mobile header design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19472" y="3182112"/>
            <a:ext cx="128016" cy="128016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1455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hero image above the fold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19472" y="3611880"/>
            <a:ext cx="128016" cy="128016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5753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capture, no social proof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9472" y="4041648"/>
            <a:ext cx="128016" cy="128016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0050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delivery information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beef is already premium — it's time the website was too.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 CRITICAL TECHNICAL PROBLEMS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issues are live on your site right now — visible to every customer and Google.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04088"/>
          </a:xfrm>
          <a:prstGeom prst="rect">
            <a:avLst/>
          </a:prstGeom>
          <a:solidFill>
            <a:srgbClr val="F5EFE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43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PHP Error Printing in HTML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3807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 display_notification_bar(); ?&gt; is printing as literal text in your page source — visible to visitors, search engines, and anyone viewing source code.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8229600" cy="704088"/>
          </a:xfrm>
          <a:prstGeom prst="rect">
            <a:avLst/>
          </a:prstGeom>
          <a:solidFill>
            <a:srgbClr val="F5EFE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65376"/>
            <a:ext cx="73152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1109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HTTP &amp; HTTPS Images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148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images load over insecure http:// — triggering browser security warnings and causing images to fail to load on secure connections.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704088"/>
          </a:xfrm>
          <a:prstGeom prst="rect">
            <a:avLst/>
          </a:prstGeom>
          <a:solidFill>
            <a:srgbClr val="F5EFE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73152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791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Syntax Errors in Custom Styles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91693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CSS rules (e.g. orphan */ comment-closes) break styling rules and cause unpredictable rendering across browsers.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8229600" cy="704088"/>
          </a:xfrm>
          <a:prstGeom prst="rect">
            <a:avLst/>
          </a:prstGeom>
          <a:solidFill>
            <a:srgbClr val="F5EFE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01568"/>
            <a:ext cx="73152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4728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Hidden via CSS — Still in DOM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6850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none !important hides prices from customers but not from Google, competitors, or anyone who opens DevTools. Achieves the opposite of the intended goal.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8229600" cy="704088"/>
          </a:xfrm>
          <a:prstGeom prst="rect">
            <a:avLst/>
          </a:prstGeom>
          <a:solidFill>
            <a:srgbClr val="F5EFE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69664"/>
            <a:ext cx="73152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21538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Product Image on First Shop Listing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4531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Argentinian Cut Short Ribs shows a grey WooCommerce placeholder as its thumbnail. A first-time customer's first impression is a blank grey square.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🛒  SHOP &amp; CONVERSION PROBLEMS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1207008"/>
          </a:xfrm>
          <a:prstGeom prst="rect">
            <a:avLst/>
          </a:prstGeom>
          <a:solidFill>
            <a:srgbClr val="F5EFE0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41148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78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Capture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" y="1252728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visitor who doesn't buy immediately is gone forever. No newsletter, no first-order discount, no waitlist anywhere on the site.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868680"/>
            <a:ext cx="4114800" cy="1207008"/>
          </a:xfrm>
          <a:prstGeom prst="rect">
            <a:avLst/>
          </a:prstGeom>
          <a:solidFill>
            <a:srgbClr val="F5EFE0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868680"/>
            <a:ext cx="41148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978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 Proof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56632" y="1252728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premium organic beef at these price points, trust is everything. There are zero testimonials, star ratings, or press mentions on the homepage.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4114800" cy="1207008"/>
          </a:xfrm>
          <a:prstGeom prst="rect">
            <a:avLst/>
          </a:prstGeom>
          <a:solidFill>
            <a:srgbClr val="F5EFE0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41148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Products, No Filtering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" y="2606040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products across 3 pages with only a basic sort dropdown. No filter by cook method, weight, or availability — customers get lost.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221992"/>
            <a:ext cx="4114800" cy="1207008"/>
          </a:xfrm>
          <a:prstGeom prst="rect">
            <a:avLst/>
          </a:prstGeom>
          <a:solidFill>
            <a:srgbClr val="F5EFE0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221992"/>
            <a:ext cx="41148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'Select Options' CTA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56632" y="2606040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card uses WooCommerce's default button text. 'Choose your cut' or 'Add to order' would feel premium and intentional.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75304"/>
            <a:ext cx="4114800" cy="1207008"/>
          </a:xfrm>
          <a:prstGeom prst="rect">
            <a:avLst/>
          </a:prstGeom>
          <a:solidFill>
            <a:srgbClr val="F5EFE0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75304"/>
            <a:ext cx="41148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vs Mobile Mismatch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" y="3959352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is rose/pink (#f0e2e3) on desktop and mid-grey (#636363) on mobile — two completely different brand identities depending on your device.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575304"/>
            <a:ext cx="4114800" cy="1207008"/>
          </a:xfrm>
          <a:prstGeom prst="rect">
            <a:avLst/>
          </a:prstGeom>
          <a:solidFill>
            <a:srgbClr val="F5EFE0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575304"/>
            <a:ext cx="41148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 Box Product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56632" y="3959352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through a fortnightly or monthly meat box is standard in this category. Completely absent from the offering.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A7163"/>
          </a:solidFill>
          <a:ln w="12700">
            <a:solidFill>
              <a:srgbClr val="7A71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fixable. Every single 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CHECKOUT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BROKEN.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2026, customers expect to pay once, in full, at checkout. Juniper Hill asks them to: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2697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Place order online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31272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 a manual bank transfer (75% deposit)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35570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Wait for a second invoice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39867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Pay the balance after dispatch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will abandon before step 1 is complete.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03320" y="274320"/>
            <a:ext cx="5212080" cy="80467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74320"/>
            <a:ext cx="64008" cy="8046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32918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Only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58768" y="56692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 admits card fees are the reason. First-time buyers won't trust a new supplier enough to do a manual transfer.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207008"/>
            <a:ext cx="5212080" cy="80467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1207008"/>
            <a:ext cx="64008" cy="8046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26187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"Minimum 5kg" — No Positive Framing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58768" y="149961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a restriction at the top of the page. Should read as a value proposition: "5kg+ orders qualify for home delivery."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2139696"/>
            <a:ext cx="5212080" cy="80467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2139696"/>
            <a:ext cx="64008" cy="8046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219456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Timeframe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58768" y="243230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indication of how long delivery takes, what regions are covered, or when orders are dispatched. Customers commit blind.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03320" y="3072384"/>
            <a:ext cx="5212080" cy="80467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3072384"/>
            <a:ext cx="64008" cy="8046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31272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Substitute Tick Box Explanation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58768" y="336499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is mentioned but unexplained. Does it exist? Where? There's no walkthrough or screenshot.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4005072"/>
            <a:ext cx="5212080" cy="80467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4005072"/>
            <a:ext cx="64008" cy="8046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40599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Zone Map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58768" y="429768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Queenstown or Dunedin have no idea if delivery is viable before going through the entire checkout.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specific, documented problems across 3 pages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Critical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143000"/>
            <a:ext cx="5029200" cy="27432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143000"/>
            <a:ext cx="96715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1097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issues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High Priority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1947672"/>
            <a:ext cx="5029200" cy="27432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947672"/>
            <a:ext cx="1740877" cy="274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9019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issues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 Priority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2752344"/>
            <a:ext cx="5029200" cy="27432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752344"/>
            <a:ext cx="1934308" cy="27432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70662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issues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112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Priority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0" y="3557016"/>
            <a:ext cx="5029200" cy="27432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3557016"/>
            <a:ext cx="386862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5112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issues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18288"/>
          </a:xfrm>
          <a:prstGeom prst="rect">
            <a:avLst/>
          </a:prstGeom>
          <a:solidFill>
            <a:srgbClr val="E0D5C5"/>
          </a:solidFill>
          <a:ln w="12700">
            <a:solidFill>
              <a:srgbClr val="E0D5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problems from audit: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365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Raw PHP error visible in page HTML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Missing product image on first shop listing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4956048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No hero / weak above-the-fold experience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506577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No email capture anywhere on site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5EFE0"/>
          </a:solidFill>
          <a:ln w="12700">
            <a:solidFill>
              <a:srgbClr val="F5E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Clean Rebuild on Base44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PHP errors &amp; broken CSS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37560" y="15544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5544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build, zero WordPress dependency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Bank transfer only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7560" y="19842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9842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Stripe card payments, automated deposit/balance flow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hero above fold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24140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41401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Full-screen farm cinematic hero with single CTA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email capture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8437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84378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popup with first-order incentive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social proof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32735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27355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 carousel on homepage + product pages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36 products, no filtering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7033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37033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Filter bar by category, cook method, weight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delivery info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41330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41330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Postcode checker embedded on homepage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5628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subscription box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45628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456285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meat box with recurring billing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49440" y="640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944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0" y="1828800"/>
            <a:ext cx="1645920" cy="27432"/>
          </a:xfrm>
          <a:prstGeom prst="rect">
            <a:avLst/>
          </a:prstGeom>
          <a:solidFill>
            <a:srgbClr val="E0D5C5"/>
          </a:solidFill>
          <a:ln w="12700">
            <a:solidFill>
              <a:srgbClr val="E0D5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4944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responsive design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3291840"/>
            <a:ext cx="1645920" cy="27432"/>
          </a:xfrm>
          <a:prstGeom prst="rect">
            <a:avLst/>
          </a:prstGeom>
          <a:solidFill>
            <a:srgbClr val="E0D5C5"/>
          </a:solidFill>
          <a:ln w="12700">
            <a:solidFill>
              <a:srgbClr val="E0D5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4944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&amp; schema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DESIGN DIRECTION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cohesive palette and typography system that matches the premium product.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468880" cy="640080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46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Hawkes Bay Green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#2D4A2D · Primary / Brand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468880" cy="6400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46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Terracotta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#B85C38 · Accent / CTA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051560"/>
            <a:ext cx="2468880" cy="640080"/>
          </a:xfrm>
          <a:prstGeom prst="rect">
            <a:avLst/>
          </a:prstGeom>
          <a:solidFill>
            <a:srgbClr val="F5EFE0"/>
          </a:solidFill>
          <a:ln w="12700">
            <a:solidFill>
              <a:srgbClr val="F5EF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746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Parchment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#F5EFE0 · Background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468880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163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White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#FAF7F2 · Surface / Cards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2468880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3163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Charcoal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#1E1E1E · Body Text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2468880"/>
            <a:ext cx="2468880" cy="640080"/>
          </a:xfrm>
          <a:prstGeom prst="rect">
            <a:avLst/>
          </a:prstGeom>
          <a:solidFill>
            <a:srgbClr val="7A7163"/>
          </a:solidFill>
          <a:ln w="12700">
            <a:solidFill>
              <a:srgbClr val="7A71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3163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#7A7163 · Muted 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749808"/>
          </a:xfrm>
          <a:prstGeom prst="rect">
            <a:avLst/>
          </a:prstGeom>
          <a:solidFill>
            <a:srgbClr val="F5EFE0"/>
          </a:solidFill>
          <a:ln w="12700">
            <a:solidFill>
              <a:srgbClr val="E0D5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45445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Keep: Constantine (headings) + Cormorant Garamond (body) — both upgraded to WOFF2 with font preloading for faster rendering. These give Juniper Hill its distinctive editorial character.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beef is already premium.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time the website was too.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114800" cy="36576"/>
          </a:xfrm>
          <a:prstGeom prst="rect">
            <a:avLst/>
          </a:prstGeom>
          <a:solidFill>
            <a:srgbClr val="4A6E4A"/>
          </a:solidFill>
          <a:ln w="12700">
            <a:solidFill>
              <a:srgbClr val="4A6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Summary: 26 issues found across homepage, shop, and order info pages — including 5 critical technical failures, a checkout that requires manual bank transfer, and a mobile experience that breaks the brand.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Review this audit together — 30 min 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Agree scope &amp; timeline for Base44 rebuild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Photography brief for consistent product imagery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Launch — faster, more trustworthy, more profitable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rebuild it right.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Juniper Hill Farm — Website Audit &amp; Rebuild Proposal</dc:title>
  <dc:subject>PptxGenJS Presentation</dc:subject>
  <dc:creator>PptxGenJS</dc:creator>
  <cp:lastModifiedBy>PptxGenJS</cp:lastModifiedBy>
  <cp:revision>1</cp:revision>
  <dcterms:created xsi:type="dcterms:W3CDTF">2026-02-22T00:23:31Z</dcterms:created>
  <dcterms:modified xsi:type="dcterms:W3CDTF">2026-02-22T00:23:31Z</dcterms:modified>
</cp:coreProperties>
</file>